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E5E85-EC99-48AB-B4C9-2FA39D26C18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BB69-AB79-4A64-B780-7217A2F58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762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E5E85-EC99-48AB-B4C9-2FA39D26C18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BB69-AB79-4A64-B780-7217A2F58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611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E5E85-EC99-48AB-B4C9-2FA39D26C18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BB69-AB79-4A64-B780-7217A2F58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178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E5E85-EC99-48AB-B4C9-2FA39D26C18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BB69-AB79-4A64-B780-7217A2F58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11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E5E85-EC99-48AB-B4C9-2FA39D26C18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BB69-AB79-4A64-B780-7217A2F58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104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E5E85-EC99-48AB-B4C9-2FA39D26C18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BB69-AB79-4A64-B780-7217A2F58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798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E5E85-EC99-48AB-B4C9-2FA39D26C18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BB69-AB79-4A64-B780-7217A2F58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900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E5E85-EC99-48AB-B4C9-2FA39D26C18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BB69-AB79-4A64-B780-7217A2F58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794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E5E85-EC99-48AB-B4C9-2FA39D26C18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BB69-AB79-4A64-B780-7217A2F58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40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E5E85-EC99-48AB-B4C9-2FA39D26C18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BB69-AB79-4A64-B780-7217A2F58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935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E5E85-EC99-48AB-B4C9-2FA39D26C18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EBB69-AB79-4A64-B780-7217A2F58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75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1E5E85-EC99-48AB-B4C9-2FA39D26C18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3EBB69-AB79-4A64-B780-7217A2F588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618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1117598" y="486206"/>
            <a:ext cx="2429162" cy="655102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输入变量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接箭头连接符 5"/>
          <p:cNvCxnSpPr>
            <a:stCxn id="4" idx="2"/>
            <a:endCxn id="7" idx="0"/>
          </p:cNvCxnSpPr>
          <p:nvPr/>
        </p:nvCxnSpPr>
        <p:spPr>
          <a:xfrm>
            <a:off x="2332179" y="1141308"/>
            <a:ext cx="0" cy="457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圆角矩形 6"/>
          <p:cNvSpPr/>
          <p:nvPr/>
        </p:nvSpPr>
        <p:spPr>
          <a:xfrm>
            <a:off x="1117598" y="1598445"/>
            <a:ext cx="2429162" cy="655102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Fluent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1117598" y="2682849"/>
            <a:ext cx="2429162" cy="655102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结果导出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接箭头连接符 10"/>
          <p:cNvCxnSpPr>
            <a:stCxn id="7" idx="2"/>
            <a:endCxn id="10" idx="0"/>
          </p:cNvCxnSpPr>
          <p:nvPr/>
        </p:nvCxnSpPr>
        <p:spPr>
          <a:xfrm>
            <a:off x="2332179" y="2253547"/>
            <a:ext cx="0" cy="429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肘形连接符 14"/>
          <p:cNvCxnSpPr>
            <a:stCxn id="10" idx="2"/>
            <a:endCxn id="4" idx="0"/>
          </p:cNvCxnSpPr>
          <p:nvPr/>
        </p:nvCxnSpPr>
        <p:spPr>
          <a:xfrm rot="5400000" flipH="1">
            <a:off x="906306" y="1912079"/>
            <a:ext cx="2851745" cy="12700"/>
          </a:xfrm>
          <a:prstGeom prst="bentConnector5">
            <a:avLst>
              <a:gd name="adj1" fmla="val -8016"/>
              <a:gd name="adj2" fmla="val 11363630"/>
              <a:gd name="adj3" fmla="val 1080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155229" y="223401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根据表格改变</a:t>
            </a:r>
            <a:endParaRPr lang="en-US" dirty="0"/>
          </a:p>
        </p:txBody>
      </p:sp>
      <p:cxnSp>
        <p:nvCxnSpPr>
          <p:cNvPr id="19" name="直接箭头连接符 18"/>
          <p:cNvCxnSpPr>
            <a:stCxn id="10" idx="3"/>
          </p:cNvCxnSpPr>
          <p:nvPr/>
        </p:nvCxnSpPr>
        <p:spPr>
          <a:xfrm>
            <a:off x="3546760" y="3010400"/>
            <a:ext cx="6003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3846943" y="299180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硬盘</a:t>
            </a:r>
            <a:endParaRPr lang="en-US" dirty="0"/>
          </a:p>
        </p:txBody>
      </p:sp>
      <p:sp>
        <p:nvSpPr>
          <p:cNvPr id="21" name="圆角矩形 20"/>
          <p:cNvSpPr/>
          <p:nvPr/>
        </p:nvSpPr>
        <p:spPr>
          <a:xfrm>
            <a:off x="6192979" y="406702"/>
            <a:ext cx="2429162" cy="655102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输入变量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接箭头连接符 21"/>
          <p:cNvCxnSpPr>
            <a:stCxn id="21" idx="2"/>
            <a:endCxn id="23" idx="0"/>
          </p:cNvCxnSpPr>
          <p:nvPr/>
        </p:nvCxnSpPr>
        <p:spPr>
          <a:xfrm>
            <a:off x="7407560" y="1061804"/>
            <a:ext cx="0" cy="457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圆角矩形 22"/>
          <p:cNvSpPr/>
          <p:nvPr/>
        </p:nvSpPr>
        <p:spPr>
          <a:xfrm>
            <a:off x="6192979" y="1518941"/>
            <a:ext cx="2429162" cy="655102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Fluent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6192979" y="2603345"/>
            <a:ext cx="2429162" cy="655102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结果导出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直接箭头连接符 24"/>
          <p:cNvCxnSpPr>
            <a:stCxn id="23" idx="2"/>
            <a:endCxn id="24" idx="0"/>
          </p:cNvCxnSpPr>
          <p:nvPr/>
        </p:nvCxnSpPr>
        <p:spPr>
          <a:xfrm>
            <a:off x="7407560" y="2174043"/>
            <a:ext cx="0" cy="429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24" idx="3"/>
          </p:cNvCxnSpPr>
          <p:nvPr/>
        </p:nvCxnSpPr>
        <p:spPr>
          <a:xfrm>
            <a:off x="8622141" y="2930896"/>
            <a:ext cx="6003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9057723" y="2930895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-</a:t>
            </a:r>
            <a:endParaRPr lang="en-US" dirty="0"/>
          </a:p>
        </p:txBody>
      </p:sp>
      <p:sp>
        <p:nvSpPr>
          <p:cNvPr id="30" name="圆角矩形 29"/>
          <p:cNvSpPr/>
          <p:nvPr/>
        </p:nvSpPr>
        <p:spPr>
          <a:xfrm>
            <a:off x="8316889" y="3538973"/>
            <a:ext cx="2429162" cy="65510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实验数据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9227122" y="2626547"/>
            <a:ext cx="608697" cy="60869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直接箭头连接符 32"/>
          <p:cNvCxnSpPr>
            <a:stCxn id="30" idx="0"/>
            <a:endCxn id="31" idx="4"/>
          </p:cNvCxnSpPr>
          <p:nvPr/>
        </p:nvCxnSpPr>
        <p:spPr>
          <a:xfrm flipV="1">
            <a:off x="9531470" y="3235244"/>
            <a:ext cx="1" cy="3037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>
            <a:stCxn id="31" idx="1"/>
            <a:endCxn id="31" idx="5"/>
          </p:cNvCxnSpPr>
          <p:nvPr/>
        </p:nvCxnSpPr>
        <p:spPr>
          <a:xfrm>
            <a:off x="9316264" y="2715689"/>
            <a:ext cx="430413" cy="4304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>
            <a:stCxn id="31" idx="3"/>
            <a:endCxn id="31" idx="7"/>
          </p:cNvCxnSpPr>
          <p:nvPr/>
        </p:nvCxnSpPr>
        <p:spPr>
          <a:xfrm flipV="1">
            <a:off x="9316264" y="2715689"/>
            <a:ext cx="430413" cy="4304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圆角矩形 40"/>
          <p:cNvSpPr/>
          <p:nvPr/>
        </p:nvSpPr>
        <p:spPr>
          <a:xfrm>
            <a:off x="9222507" y="1518941"/>
            <a:ext cx="2830943" cy="655102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误差（找到最合适的输入变量使得误差变小）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肘形连接符 42"/>
          <p:cNvCxnSpPr>
            <a:stCxn id="31" idx="6"/>
            <a:endCxn id="41" idx="2"/>
          </p:cNvCxnSpPr>
          <p:nvPr/>
        </p:nvCxnSpPr>
        <p:spPr>
          <a:xfrm flipV="1">
            <a:off x="9835819" y="2174043"/>
            <a:ext cx="802160" cy="75685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肘形连接符 44"/>
          <p:cNvCxnSpPr>
            <a:stCxn id="41" idx="0"/>
            <a:endCxn id="21" idx="3"/>
          </p:cNvCxnSpPr>
          <p:nvPr/>
        </p:nvCxnSpPr>
        <p:spPr>
          <a:xfrm rot="16200000" flipV="1">
            <a:off x="9237716" y="118678"/>
            <a:ext cx="784688" cy="201583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9460182" y="364920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反馈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5084983" y="3737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应用案例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743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30</Words>
  <Application>Microsoft Office PowerPoint</Application>
  <PresentationFormat>宽屏</PresentationFormat>
  <Paragraphs>13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6</cp:revision>
  <dcterms:created xsi:type="dcterms:W3CDTF">2025-11-04T10:56:07Z</dcterms:created>
  <dcterms:modified xsi:type="dcterms:W3CDTF">2025-11-04T11:24:09Z</dcterms:modified>
</cp:coreProperties>
</file>